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6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63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區塊鏈於醫療健康資料管理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之創新應用研究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 × 醫療健康 — 病歷 / 藥品供應鏈的不可竄改紀錄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+ ABE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Traceability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Healthcare Research  ·  2025 –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醫療資料正面臨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前所未有的信任危機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3246120"/>
            <a:ext cx="845820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資料外洩 · 假藥氾濫 · 病歷造假 · 隱私侵害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$7.42M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醫療業平均資料外洩成本（2025）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連續第 14 年位居全行業之首，較前年下降 $2.35M，仍遠超其他所有行業。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來源：IBM Cost of a Data Breach Report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1.927 億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Healthcare 事件受影響患者紀錄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史上最大規模醫療資料外洩事件，2025 年 7 月 31 日由 Change Healthcare 向 HHS OCR 最終通報。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來源：U.S. HHS Office for Civil Rights – Change Healthcare Cybersecurity Incident FAQ (2025)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384048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低中收入國家藥品為假冒品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Fact Sheet，2024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548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267,000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754880" y="2176272"/>
            <a:ext cx="420624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0" y="2304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非洲每年死亡人數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與假冒抗瘧疾藥物相關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035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 169,271 人死亡與假冒抗生素相關（UNODC, 2023）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本研究的三個核心問題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45389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如何解決醫療資料孤島與病歷竄改問題？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715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如何保障藥品供應鏈的真偽可信度？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區塊鏈落地時面臨哪些現實挑戰？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業務情境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 · 藥品供應鏈 · 健康資料交換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場景一：電子病歷（EMR）管理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資料輸入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醫師於醫院 HIS 輸入病歷，儲存於院內私有伺服器或雲端平台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跨院調閱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需人工申請，以紙本或 CD 傳遞，等待時間長、資訊落差大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二次利用困難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保險理賠流程繁複；研究機構難以取得大規模去識別化資料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場景二：藥品供應鏈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737360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82112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182112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626864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71616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071616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486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鏈條長、多方參與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類利害關係人，各有私有系統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55848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355848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44728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條碼追蹤易仿製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47288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 QR Code 無法提供可信真偽驗證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54496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254496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345936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冷鏈溫控不透明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45936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胰島素、疫苗儲運合規性難以稽核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場景三：健康資料交換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4747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474720" cy="43891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多元健康資料來源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基因組學資料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穿戴裝置數據（Apple Watch, CGM）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慢性病管理紀錄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655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醫院 EMR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840480" cy="43891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資料需求方 &amp; 法規框架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主治 / 專科醫師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保險公司、健康管理平台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437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個資法 / GDPR / HIPAA 保護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4655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需在隱私保護下安全共享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現狀關鍵問題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資料孤島 · 資安漏洞 · 假藥氾濫 · 召回困難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病歷管理：四大問題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6692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資料孤島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各院 HIS 封閉，跨院轉診無法即時取得完整病史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資安漏洞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單點失效架構；Change Healthcare 波及 1.927 億筆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6692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資料可竄改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管理員可不留痕跡修改紀錄；醫療糾紛舉證困難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1888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授權控制薄弱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患者無法精細管控誰能查看哪些資料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藥品供應鏈：三大問題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10642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假藥氾濫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99032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WHO：低中收入國家 1/10 藥品為假冒品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UNODC：每年 26.7 萬人死於假冒抗瘧疾藥物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24597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供應鏈不透明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752344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各方資訊孤立於私有系統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冷鏈溫控記錄無法即時稽核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381304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召回耗時費力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4105656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平均響應需數日至數週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美國嬰兒配方奶粉事件暴露嚴重盲點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區塊鏈解決方案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 · 病歷管理 · 藥品溯源 · 智能合約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為何選擇區塊鏈？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04672" y="91440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024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所有寫入操作形成不可回溯的時間戳鏈，杜絕病歷造假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350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去中心化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無單點伺服器，多節點冗餘，消除高價值攻擊目標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04672" y="356616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智能合約自動化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33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6576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業務邏輯程式化，授權、溯源、理賠自動執行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核心架構：Hyperledger Fabric 聯盟鏈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許可制節點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僅授權醫療機構、製藥廠、監管單位加入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兼顧開放性與隱私管控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高效共識機制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PBFT 或 Raft 演算法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相較公鏈大幅提升交易吞吐量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隱私保護技術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同態加密 / 私有 Channel 機制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66928" y="4617720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v3.1.4（2026-02-23） · BFT 排序服務首個 GA 版 v3.0（2024-09-16）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病歷管理：區塊鏈解決方案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解決方案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關鍵技術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資料孤島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分散式帳本跨院共享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Hyperledger Fabric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資安漏洞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無中心伺服器，多節點冗餘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Al-Khasawneh et al. 五元件框架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資料竄改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不可竄改時間戳鏈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Ettaloui 系統性綜述確認 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授權控制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 細粒度存取 + 鏈上日誌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EHRChain, Nature 2025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隱私洩露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存原始資料，鏈上僅存雜湊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+ ABE 混合架構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藥品供應鏈：端對端可信溯源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9222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969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批號上鏈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958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7705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6694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1441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驗真偽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0430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完整溯源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即時查詢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6420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4360" y="3310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學術驗證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PharmChain（Decision Analytics Journal, 2025）：場景導向框架，Ethereum + Remix 驗證 [7]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PharmaChain（Cluster Computing, 2024）：可搜尋加密設計，保護供應鏈隱私 [9]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智能合約：四大核心模組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  AccessControlContract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管理患者授權關係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設定授權機構與有效期限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  MedicalRecordContract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 IPFS 雜湊值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完整存取稽核日誌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  DrugTracingContract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藥品批次生命週期管理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 / transferDrug / recallDrug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  InsuranceClaimContract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自動驗證醫療紀錄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觸發保險理賠，減少人工審核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技術實作 PoC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 · Solidity · MetaMask · Sepolia Testnet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技術環境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40080" y="11795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1795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智能合約開發、編譯與一鍵部署環境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975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智能合約撰寫語言，EVM 相容，兩份合約均以此實作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770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瀏覽器錢包，簽署交易並連接 Remix Deploy 環境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公開測試網路，合約部署與功能驗證目標鏈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合約一：MedicalRecordAccess.sol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 = 病歷擁有者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透過私鑰簽名登記 IPFS 雜湊值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醫師申請授權 → 患者批准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有效期內可讀取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每次存取 → 鏈上稽核日誌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registerRecord()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5453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患者登記病歷 IPFS 雜湊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requestAccess()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221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醫師申請存取授權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grantAccess()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8986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患者批准，設定有效期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revokeAccess()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35753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隨時撤銷特定醫師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getRecord()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251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授權醫師讀取 IPFS 雜湊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合約二：DrugTraceability.sol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製藥廠出廠 → mintDrug()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批次資訊鑄造為鏈上記錄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（類 NFT 概念）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每次移轉 → transferDrug()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形成不可竄改履歷鏈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患者掃 QR Code → verifyDrug()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取得完整溯源資訊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mintDrug()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5453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製藥廠鑄造批次記錄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transferDrug()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2219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記錄每個供應鏈移轉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updateTemperature()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898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寫入冷鏈溫控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verifyDrug()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5753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查詢完整溯源履歷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recallDrug()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監管機構廣播召回事件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622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展示場景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115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跨院即時授權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4813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患者授權台大醫院急診醫師查閱過敏史及慢性病用藥紀錄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醫師即時獲取，完成診療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授權日誌永久記錄於鏈上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4871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冷鏈異常攔截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8529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批發商掃描胰島素批次 QR Code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鏈上記錄顯示冷鏈運輸期間溫度異常（IoT 預言機寫入）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當場拒絕收貨，觸發品質告警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38587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分鐘全台召回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2245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TFDA 發現某批號止痛藥含量不合規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recallDrug()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所有持有該批次節點立即收到鏈上通知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機遇與挑戰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 · IoT 融合 · 法規衝突 · 人因障礙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四大發展機遇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政策驅動轉型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HWDC 開放健保資料庫研究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後各國數位健康投資大幅增加 [12]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技術移植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智能合約設計模式可移植至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醫療保險自動理賠場景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AI 協同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穿戴裝置即時上鏈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分析形成個人化預防醫療方案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94360" y="45902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學術動能：Nature / Wiley / Springer 2024–2025 年密集發表 EHR 與藥品供應鏈區塊鏈實證研究 [5][7][8][9]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五大落地挑戰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07899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法規遵循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7160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不可刪除性 vs. GDPR 被遺忘權，根本衝突尚待立法解方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188366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技術整合困難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17627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 HIS 多為數十年前架構；HL7 FHIR 整合規範仍在制訂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26883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擴展性瓶頸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298094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醫療影像、基因資料 GB~TB，全部上鏈成本難以承受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3856" y="349300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從業者接受度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" y="378561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員工抗拒（P17）與對效益認知不足（P14）為關鍵人因障礙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33856" y="42976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數位落差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" y="459028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偏鄉機構資訊化不足，弱勢族群可能無法享有相關服務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結論與展望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 · 技術融合 · 未來展望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研究結論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5636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高度契合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3258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不可竄改、去中心化、智能合約三大特性與醫療資料管理核心需求高度契合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430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非萬能解藥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697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法規衝突、整合成本、擴展瓶頸、人才短缺是落地必須正視的挑戰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3068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0690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先聯盟鏈試點單一高價值場景（跨院轉診或藥品溯源），積累案例後逐步擴展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9144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未來展望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8680" y="1106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擴展方案成熟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大幅降低鏈上交易成本與延遲，突破效能瓶頸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68680" y="2249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零知識證明（ZKP）廣泛應用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解決隱私權 vs. 不可刪除性的根本衝突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 AI × 區塊鏈深度融合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個人化精準醫療 + 可信資料治理，建立全球健康資料基礎設施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筆引用 · 四輪文獻驗證 · Blockchain Healthcare Research 2025–2026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966</Words>
  <Application>Microsoft Office PowerPoint</Application>
  <PresentationFormat>如螢幕大小 (16:9)</PresentationFormat>
  <Paragraphs>367</Paragraphs>
  <Slides>31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區塊鏈於醫療健康資料管理之創新應用研究</dc:title>
  <dc:subject>PptxGenJS Presentation</dc:subject>
  <dc:creator>Blockchain Healthcare Research</dc:creator>
  <cp:lastModifiedBy>温家昇</cp:lastModifiedBy>
  <cp:revision>2</cp:revision>
  <dcterms:created xsi:type="dcterms:W3CDTF">2026-05-22T14:45:02Z</dcterms:created>
  <dcterms:modified xsi:type="dcterms:W3CDTF">2026-05-23T08:03:44Z</dcterms:modified>
</cp:coreProperties>
</file>