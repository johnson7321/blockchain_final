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39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業務邏輯程式化，授權、溯源、理賠自動執行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智能合約：四大核心模組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 AccessControlContract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管理患者授權關係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設定授權機構與有效期限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  MedicalRecordContract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 IPFS 雜湊值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完整存取稽核日誌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  DrugTracingContract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藥品批次生命週期管理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  InsuranceClaimContract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自動驗證醫療紀錄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觸發保險理賠，減少人工審核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Sepolia Testnet · IPFS · 展示場景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 &amp; 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智能合約撰寫語言（Ethereum 相容）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+ Web3.js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前端介面 &amp; 區塊鏈互動層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去中心化儲存，保存原始病歷資料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IPFS 雜湊值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患者登記病歷 IPFS 雜湊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醫師申請存取授權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患者批准，設定有效期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隨時撤銷特定醫師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授權醫師讀取 IPFS 雜湊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批次資訊鑄造為鏈上記錄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（類 NFT 概念）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形成不可竄改履歷鏈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取得完整溯源資訊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製藥廠鑄造批次記錄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記錄每個供應鏈移轉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寫入冷鏈溫控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查詢完整溯源履歷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監管機構廣播召回事件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/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958</Words>
  <Application>Microsoft Office PowerPoint</Application>
  <PresentationFormat>如螢幕大小 (16:9)</PresentationFormat>
  <Paragraphs>368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2026-05-21T16:41:52Z</dcterms:created>
  <dcterms:modified xsi:type="dcterms:W3CDTF">2026-05-22T14:01:04Z</dcterms:modified>
</cp:coreProperties>
</file>