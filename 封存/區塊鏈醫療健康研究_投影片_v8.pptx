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8" name="Text Members"/>
          <p:cNvSpPr/>
          <p:nvPr/>
        </p:nvSpPr>
        <p:spPr>
          <a:xfrm>
            <a:off x="685800" y="4558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</a:rPr>
              <a:t>第 5 組</a:t>
            </a:r>
            <a:r>
              <a:rPr lang="zh-TW" alt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</a:rPr>
              <a:t xml:space="preserve">  |  411106227 蔡承勳  411106233 林佳嶔  411106239 温家昇  411106243 李敬源</a:t>
            </a:r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業務邏輯程式化，存取授權、藥品溯源自動執行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實作：兩份智能合約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MedicalRecordAccess.sol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患者登記 IPFS CID，醫師申請授權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授權時長設定、隨時撤銷、鏈上稽核日誌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DrugTraceability.sol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五角色 + simulationMode 支援單錢包展示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 / verifyDrug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瀏覽器錢包，簽署交易；accountsChanged 事件驅動前端角色自動切換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v5.7.2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Web3 函式庫，驅動合約呼叫、事件監聽與角色偵測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patientId 與加密 IPFS CID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 patientId + IPFS CID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申請授權，觸發鏈上事件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批准並設定授權時長（秒）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撤銷 patientId + doctor 授權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CID，自動寫稽核日誌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bytes32 batchId 雜湊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simulationMode=true（合約層預設，無 UI 開關）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更新持有人與 BatchStatus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任何人可驗真偽，回傳 bool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鑄造批次，回傳 bytes32 batchId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轉移持有人，自動更新狀態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celsius×100 整數，避免浮點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批次存在且未召回回傳 true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角色，即時廣播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2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