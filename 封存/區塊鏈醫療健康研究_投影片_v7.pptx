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6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8635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區塊鏈於醫療健康資料管理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之創新應用研究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 × 醫療健康 — 病歷 / 藥品供應鏈的不可竄改紀錄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85800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0632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770632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55464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855464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+ ABE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0296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940296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Traceability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Healthcare Research  ·  2025 – 2026</a:t>
            </a:r>
            <a:endParaRPr lang="en-US" sz="1100" dirty="0"/>
          </a:p>
        </p:txBody>
      </p:sp>
      <p:sp>
        <p:nvSpPr>
          <p:cNvPr id="18" name="Text Members"/>
          <p:cNvSpPr/>
          <p:nvPr/>
        </p:nvSpPr>
        <p:spPr>
          <a:xfrm>
            <a:off x="685800" y="4558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9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</a:rPr>
              <a:t>第 1 組</a:t>
            </a:r>
            <a:r>
              <a:rPr lang="zh-TW" alt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</a:rPr>
              <a:t xml:space="preserve">  |  411106227 蔡承勳  411106233 林佳嶔  411106239 温家昇  411106243 李敬源</a:t>
            </a:r>
          </a:p>
        </p:txBody>
      </p:sp>
      <p:sp>
        <p:nvSpPr>
          <p:cNvPr id="17" name="Text 1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醫療資料正面臨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前所未有的信任危機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85800" y="3246120"/>
            <a:ext cx="8458200" cy="4572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858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資料外洩 · 假藥氾濫 · 病歷造假 · 隱私侵害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321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$7.42M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320040" y="2267712"/>
            <a:ext cx="8823960" cy="54864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醫療業平均資料外洩成本（2025）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連續第 14 年位居全行業之首，較前年下降 $2.35M，仍遠超其他所有行業。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來源：IBM Cost of a Data Breach Report 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321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1.927 億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320040" y="2267712"/>
            <a:ext cx="8823960" cy="54864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Healthcare 事件受影響患者紀錄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史上最大規模醫療資料外洩事件，2025 年 7 月 31 日由 Change Healthcare 向 HHS OCR 最終通報。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來源：U.S. HHS Office for Civil Rights – Change Healthcare Cybersecurity Incident FAQ (2025)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" cy="51435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48640" y="2176272"/>
            <a:ext cx="3840480" cy="4572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低中收入國家藥品為假冒品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8529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Fact Sheet，2024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5486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267,000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4754880" y="2176272"/>
            <a:ext cx="4206240" cy="45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754880" y="23042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非洲每年死亡人數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與假冒抗瘧疾藥物相關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3035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 169,271 人死亡與假冒抗生素相關（UNODC, 2023）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本研究的三個核心問題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" cy="107899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45389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如何解決醫療資料孤島與病歷竄改問題？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822960" cy="107899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404872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27157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如何保障藥品供應鏈的真偽可信度？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3666744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822960" cy="107899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57200" y="3666744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9776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區塊鏈落地時面臨哪些現實挑戰？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業務情境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 · 藥品供應鏈 · 健康資料交換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場景一：電子病歷（EMR）管理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資料輸入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醫師於醫院 HIS 輸入病歷，儲存於院內私有伺服器或雲端平台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跨院調閱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需人工申請，以紙本或 CD 傳遞，等待時間長、資訊落差大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二次利用困難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保險理賠流程繁複；研究機構難以取得大規模去識別化資料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場景二：藥品供應鏈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原料藥廠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37360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737360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01952" y="1325880"/>
            <a:ext cx="1280160" cy="6400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901952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82112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182112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46704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346704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26864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626864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91456" y="1325880"/>
            <a:ext cx="1280160" cy="6400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791456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71616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071616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36208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236208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4864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鏈條長、多方參與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類利害關係人，各有私有系統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355848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3355848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3447288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條碼追蹤易仿製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47288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現行 QR Code 無法提供可信真偽驗證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54496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6254496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6345936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冷鏈溫控不透明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45936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胰島素、疫苗儲運合規性難以稽核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場景三：健康資料交換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4747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474720" cy="43891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多元健康資料來源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基因組學資料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219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穿戴裝置數據（Apple Watch, CGM）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8437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慢性病管理紀錄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4655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醫院 EMR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908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840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846320" y="1051560"/>
            <a:ext cx="3840480" cy="43891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937760" y="10515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資料需求方 &amp; 法規框架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主治 / 專科醫師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22219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保險公司、健康管理平台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8437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個資法 / GDPR / HIPAA 保護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4655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需在隱私保護下安全共享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現狀關鍵問題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資料孤島 · 資安漏洞 · 假藥氾濫 · 召回困難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病歷管理：四大問題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66928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資料孤島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54533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各院 HIS 封閉，跨院轉診無法即時取得完整病史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06908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818888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資安漏洞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54533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單點失效架構；Change Healthcare 波及 1.927 億筆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66928" y="30175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資料可竄改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51129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管理員可不留痕跡修改紀錄；醫療糾紛舉證困難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6908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18888" y="30175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授權控制薄弱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351129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患者無法精細管控誰能查看哪些資料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藥品供應鏈：三大問題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66928" cy="117043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3856" y="110642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假藥氾濫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3856" y="1399032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WHO：低中收入國家 1/10 藥品為假冒品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UNODC：每年 26.7 萬人死於假冒抗瘧疾藥物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566928" cy="117043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404872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245973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供應鏈不透明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3856" y="2752344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各方資訊孤立於私有系統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冷鏈溫控記錄無法即時稽核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58184"/>
            <a:ext cx="566928" cy="117043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58184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3856" y="381304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召回耗時費力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" y="4105656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平均響應需數日至數週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美國嬰兒配方奶粉事件暴露嚴重盲點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區塊鏈解決方案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技術架構 · 病歷管理 · 藥品溯源 · 智能合約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為何選擇區塊鏈？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91440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04672" y="91440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0241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不可竄改性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10058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所有寫入操作形成不可回溯的時間戳鏈，杜絕病歷造假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804672" y="224028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3500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去中心化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2807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23317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無單點伺服器，多節點冗餘，消除高價值攻擊目標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04672" y="356616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36758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智能合約自動化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1330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0" y="365760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業務邏輯程式化，存取授權、藥品溯源自動執行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核心架構：Hyperledger Fabric 聯盟鏈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許可制節點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僅授權醫療機構、製藥廠、監管單位加入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兼顧開放性與隱私管控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高效共識機制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PBFT 或 Raft 演算法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相較公鏈大幅提升交易吞吐量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隱私保護技術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零知識證明（ZKP）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同態加密 / 私有 Channel 機制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D0F4EE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66928" y="4617720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v3.1.4（2026-02-23） · BFT 排序服務首個 GA 版 v3.0（2024-09-16）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病歷管理：區塊鏈解決方案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015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問題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解決方案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關鍵技術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資料孤島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分散式帳本跨院共享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Hyperledger Fabric 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資安漏洞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無中心伺服器，多節點冗餘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Al-Khasawneh et al. 五元件框架 [4]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資料竄改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不可竄改時間戳鏈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Ettaloui 系統性綜述確認 [5]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授權控制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 細粒度存取 + 鏈上日誌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EHRChain, Nature 2025 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隱私洩露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IPFS 存原始資料，鏈上僅存雜湊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IPFS + ABE 混合架構 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藥品供應鏈：端對端可信溯源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02336" y="1545336"/>
            <a:ext cx="1389888" cy="7498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0233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原料藥廠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mintDrug()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9222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3969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13969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3969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批號上鏈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958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7705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87705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7705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transferDrug()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6694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1441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61441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1441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verifyDrug()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驗真偽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0430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51776" y="1545336"/>
            <a:ext cx="1389888" cy="7498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35177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5177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完整溯源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即時查詢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64208"/>
          </a:xfrm>
          <a:prstGeom prst="rect">
            <a:avLst/>
          </a:prstGeom>
          <a:solidFill>
            <a:srgbClr val="D0F4EE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94360" y="331012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學術驗證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PharmChain（Decision Analytics Journal, 2025）：場景導向框架，Ethereum + Remix 驗證 [7]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PharmaChain（Cluster Computing, 2024）：可搜尋加密設計，保護供應鏈隱私 [9]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實作：兩份智能合約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MedicalRecordAccess.sol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54533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患者登記 IPFS CID，醫師申請授權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授權時長設定、隨時撤銷、鏈上稽核日誌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069080" cy="42062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DrugTraceability.sol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18888" y="154533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五角色 + simulationMode 支援單錢包展示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mintDrug / transferDrug / recallDrug / verifyDrug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351129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69080" cy="42062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00600" y="30175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18888" y="351129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技術實作 PoC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 · Solidity · MetaMask · Sepolia Testnet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技術環境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4008" cy="68580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640080" y="11795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117957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智能合約開發、編譯與一鍵部署環境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64008" cy="6858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40080" y="197510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^0.8.0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19751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智能合約撰寫語言，EVM 相容，兩份合約均以此實作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2642616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642616"/>
            <a:ext cx="64008" cy="68580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770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2770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瀏覽器錢包，簽署交易；accountsChanged 事件驅動前端角色自動切換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3438144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64008" cy="6858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Testnet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3566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公開測試網路，合約部署與功能驗證目標鏈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4233672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4233672"/>
            <a:ext cx="64008" cy="685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40080" y="43616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ethers.js v5.7.2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49040" y="43616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Web3 函式庫，驅動合約呼叫、事件監聽與角色偵測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合約一：MedicalRecordAccess.sol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8862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設計概念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 = 病歷擁有者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透過私鑰簽名登記 patientId 與加密 IPFS CID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醫師申請授權 → 患者批准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有效期內可讀取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每次存取 → 鏈上稽核日誌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97680" cy="38404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681728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核心函式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registerRecord()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154533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登記 patientId + IPFS CID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1728" y="218541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requestAccess()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22219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申請授權，觸發鏈上事件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28620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grantAccess()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28986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批准並設定授權時長（秒）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3538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revokeAccess()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35753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撤銷 patientId + doctor 授權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421538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getRecord()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42519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 CID，自動寫稽核日誌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合約二：DrugTraceability.sol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8862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設計概念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製藥廠出廠 → mintDrug()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回傳 bytes32 batchId 雜湊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simulationMode=true（合約層預設，無 UI 開關）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每次移轉 → transferDrug()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更新持有人與 BatchStatus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患者掃 QR Code → verifyDrug()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任何人可驗真偽，回傳 bool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97680" cy="38404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681728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核心函式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508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mintDrug()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154533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鑄造批次，回傳 bytes32 batchId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1728" y="218541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transferDrug()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22199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轉移持有人，自動更新狀態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28620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updateTemperature()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8986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celsius×100 整數，避免浮點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3538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verifyDrug()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357530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批次存在且未召回回傳 true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421538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recallDrug()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42519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角色，即時廣播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622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展示場景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9144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1155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跨院即時授權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14813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患者授權台大醫院急診醫師查閱過敏史及慢性病用藥紀錄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醫師即時獲取，完成診療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授權日誌永久記錄於鏈上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395728"/>
            <a:ext cx="9144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3957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24871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冷鏈異常攔截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28529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批發商掃描胰島素批次 QR Code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鏈上記錄顯示冷鏈運輸期間溫度異常（IoT 預言機寫入）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當場拒絕收貨，觸發品質告警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67328"/>
            <a:ext cx="9144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673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08760" y="38587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分鐘全台召回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2245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TFDA 發現某批號止痛藥含量不合規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 recallDrug()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所有持有該批次節點立即收到鏈上通知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機遇與挑戰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政策驅動 · IoT 融合 · 法規衝突 · 人因障礙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四大發展機遇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政策驅動轉型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 HWDC 開放健保資料庫研究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後各國數位健康投資大幅增加 [12]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技術移植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智能合約設計模式可移植至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醫療保險自動理賠場景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+ AI 協同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穿戴裝置即時上鏈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分析形成個人化預防醫療方案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590288"/>
            <a:ext cx="8229600" cy="411480"/>
          </a:xfrm>
          <a:prstGeom prst="rect">
            <a:avLst/>
          </a:prstGeom>
          <a:solidFill>
            <a:srgbClr val="E8F1FB"/>
          </a:solidFill>
          <a:ln w="9525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94360" y="459028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學術動能：Nature / Wiley / Springer 2024–2025 年密集發表 EHR 與藥品供應鏈區塊鏈實證研究 [5][7][8][9]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五大落地挑戰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56692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3856" y="1078992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法規遵循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3856" y="137160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不可刪除性 vs. GDPR 被遺忘權，根本衝突尚待立法解方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566928" cy="69494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188366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技術整合困難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3856" y="2176272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現有 HIS 多為數十年前架構；HL7 FHIR 整合規範仍在制訂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33472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633472"/>
            <a:ext cx="56692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2633472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3856" y="268833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擴展性瓶頸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" y="298094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醫療影像、基因資料 GB~TB，全部上鏈成本難以承受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38144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438144"/>
            <a:ext cx="566928" cy="69494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57200" y="3438144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33856" y="349300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從業者接受度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3856" y="378561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員工抗拒（P17）與對效益認知不足（P14）為關鍵人因障礙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242816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4242816"/>
            <a:ext cx="566928" cy="69494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457200" y="4242816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33856" y="429768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數位落差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33856" y="459028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偏鄉機構資訊化不足，弱勢族群可能無法享有相關服務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結論與展望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分階段導入 · 技術融合 · 未來展望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研究結論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430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5636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高度契合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3258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不可竄改、去中心化、智能合約三大特性與醫療資料管理核心需求高度契合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11430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29352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非萬能解藥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26974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法規衝突、整合成本、擴展瓶頸、人才短缺是落地必須正視的挑戰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11430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43068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分階段導入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40690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先聯盟鏈試點單一高價值場景（跨院轉診或藥品溯源），積累案例後逐步擴展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8686800" cy="9144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未來展望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051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68680" y="1106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擴展方案成熟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大幅降低鏈上交易成本與延遲，突破效能瓶頸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868680" y="2249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零知識證明（ZKP）廣泛應用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解決隱私權 vs. 不可刪除性的根本衝突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337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868680" y="3392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 AI × 區塊鏈深度融合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794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個人化精準醫療 + 可信資料治理，建立全球健康資料基礎設施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434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感謝聆聽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筆引用 · 四輪文獻驗證 · Blockchain Healthcare Research 2025–2026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966</Words>
  <Application>Microsoft Office PowerPoint</Application>
  <PresentationFormat>如螢幕大小 (16:9)</PresentationFormat>
  <Paragraphs>367</Paragraphs>
  <Slides>31</Slides>
  <Notes>30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5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區塊鏈於醫療健康資料管理之創新應用研究</dc:title>
  <dc:subject>PptxGenJS Presentation</dc:subject>
  <dc:creator>Blockchain Healthcare Research</dc:creator>
  <cp:lastModifiedBy>温家昇</cp:lastModifiedBy>
  <cp:revision>2</cp:revision>
  <dcterms:created xsi:type="dcterms:W3CDTF">2026-05-22T14:45:02Z</dcterms:created>
  <dcterms:modified xsi:type="dcterms:W3CDTF">2026-05-23T08:03:44Z</dcterms:modified>
</cp:coreProperties>
</file>